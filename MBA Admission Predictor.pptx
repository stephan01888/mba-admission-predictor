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78BA-221C-B745-8F3D-8D7799B48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779ED8-EB98-1CB9-1C22-5F6E3F6E0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58A6D-50C9-DF89-47C9-E10358907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5FBCB-9FFA-A527-EB1A-5EF53AE3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0D9AC-7053-935E-F8DB-109F621C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AE19-01C8-43A5-E7DF-AFB37303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44CE7-DB2C-3C86-FFD2-AEE3ABD83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DC747-8720-5274-E5BD-F8B44709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E1902-1689-5A21-4F48-93F6C9B2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CB60C-6459-1458-62DF-0F2E66D0E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3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7C72-BC08-66A2-59BF-55CC8519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19B8D-19AA-0C7E-385F-C42A52409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15C3E-81CA-85A3-8714-B938740B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D5878-50CF-5BDF-FE8F-DB07318B5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8B43D-CA1B-0008-7863-FBDC0649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7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2535-2053-220F-19F7-594A3777F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93A15-E72A-E3F1-3394-C3D90D67D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F6AA8-AA3B-1679-24D5-47B9C55C7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E6D47-D69E-FE77-4B84-BD6E08AA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BFD6D-5CB8-6178-B613-3D56709B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D3DBA-F92B-D420-21F7-E607599F8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2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375D-B722-5366-4689-0D114288D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1D046-162B-3A39-FDCD-518E05DA4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0F588-9CAC-8984-7C8C-1AB27F55D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8CC6C-2FCA-4561-CEF1-081359535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2B40D7-5DE2-8024-A9AF-F9D38B7261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6E448E-81CE-B760-84C5-9BAE4D21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7C608-F1B9-8C5D-61C4-55D742A23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A3676-BBED-1559-8177-8189FE9A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2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ADCB-2D97-A084-6300-EAEE6B80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BCC7EE-64F8-432A-FAD3-8064EF761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70BD9-8BF0-18F4-8C9E-B091E020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8907AD-53F8-4071-D23B-4B818DB3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2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DFBE1-7FA0-79A6-E371-AF589D53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E20A8-9B98-20BD-DB49-6DD6B5E2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EA08C-76F0-996C-807E-FA929C3D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6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D2F-741B-5471-33B9-68AB39216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E8849-0281-2D15-F0AB-472FD6F3C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C93EE-0A8A-072E-D83B-C1C4724D7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D9B25-4030-23DE-578D-538B4359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0C5D3-B080-EDF4-FF53-0262AC81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57235-90F8-658B-9E5D-99F15E53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6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B5EA-3B74-7279-7839-34356ECE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32D0DC-AAE0-B93F-6792-ABB7558FB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FB99F-F8A8-8998-A113-1B6593F4F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7D320-B79B-92DB-F035-D1DAAD92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6AA6D-722D-851C-6957-A9524979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4E8A9-839C-18D8-D811-0757C3EF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7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FEE8-F4B5-B0FA-3CD8-B06FF687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2E13A-7237-854D-F4D1-CC49F5476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987F8-40D3-1F37-2192-39D9E39C5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DA193-4DE8-F196-7DE4-342F716B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11D1-AA3A-C6A6-AF78-CE52F52AE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7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71E40-9F21-9D14-51A9-D3B3EDD91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DC7F9-9DC4-9712-78A9-0D8A48104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F26A1-F13D-E6BE-660E-AB6B4656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AE82E-3D58-6621-5C92-1C4149F6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61E63-0087-C4BB-E325-BEC1ACF2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5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F9AF3-23EE-BC23-A383-368E57B2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14AD9-377A-C0C0-4A69-A1D81ECFB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51809-1BED-D7DA-DA32-77962D324A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E9FB7-3818-4E33-A01A-D43D056C92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574B0-0CBC-ECDC-7324-80457212F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072E2-B1E1-76A8-325C-9E958FFA7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472EB-9C73-48A1-A319-8685449C1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3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106C-379C-1E3A-EBDA-E1333C6A25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MBA Admission Predictor</a:t>
            </a:r>
            <a:br>
              <a:rPr lang="en-US" dirty="0"/>
            </a:br>
            <a:r>
              <a:rPr lang="en-US" sz="4000" dirty="0">
                <a:effectLst/>
              </a:rPr>
              <a:t>Using Logistic Regression to Predict Admit vs. Deny Outcomes</a:t>
            </a:r>
            <a:br>
              <a:rPr lang="en-US" sz="4000" dirty="0">
                <a:effectLst/>
              </a:rPr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E89F5-1AFD-24E2-4941-8DC8C8268D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Odeleye Stephen</a:t>
            </a:r>
          </a:p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44168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B0C6-8AE6-E2E9-ED71-602B2C1D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4C989-BF5E-2B9C-EB30-2BAE4D3DB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schools receive thousands of applications each year</a:t>
            </a:r>
          </a:p>
          <a:p>
            <a:r>
              <a:rPr lang="en-US" dirty="0"/>
              <a:t>Manual review is time-consuming, subjective and resource-intensive</a:t>
            </a:r>
          </a:p>
          <a:p>
            <a:r>
              <a:rPr lang="en-US" dirty="0"/>
              <a:t>Objective: Build a machine Learning model to predict whether an applicant will be Admitted or Rejected based on key applicant features</a:t>
            </a:r>
          </a:p>
          <a:p>
            <a:endParaRPr lang="en-US" dirty="0"/>
          </a:p>
          <a:p>
            <a:r>
              <a:rPr lang="en-US" dirty="0"/>
              <a:t>Key Prediction Task: Binary Classification Admit(1) vs. Deny(0)</a:t>
            </a:r>
          </a:p>
        </p:txBody>
      </p:sp>
    </p:spTree>
    <p:extLst>
      <p:ext uri="{BB962C8B-B14F-4D97-AF65-F5344CB8AC3E}">
        <p14:creationId xmlns:p14="http://schemas.microsoft.com/office/powerpoint/2010/main" val="264221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433B-A861-D2C6-3B49-45320099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 and Cleaning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B7A3B-B2FA-A2E1-8621-F95BC927F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Dataset Source: MBA Admission Dataset (Based on real statistics)</a:t>
            </a:r>
          </a:p>
          <a:p>
            <a:r>
              <a:rPr lang="en-US" dirty="0"/>
              <a:t>Key features(10 columns) – </a:t>
            </a:r>
            <a:r>
              <a:rPr lang="en-US" i="1" dirty="0"/>
              <a:t>gender, </a:t>
            </a:r>
            <a:r>
              <a:rPr lang="en-US" i="1" dirty="0" err="1"/>
              <a:t>gpa</a:t>
            </a:r>
            <a:r>
              <a:rPr lang="en-US" i="1" dirty="0"/>
              <a:t>, </a:t>
            </a:r>
            <a:r>
              <a:rPr lang="en-US" i="1" dirty="0" err="1"/>
              <a:t>gmat</a:t>
            </a:r>
            <a:r>
              <a:rPr lang="en-US" i="1" dirty="0"/>
              <a:t>, major, race, admission</a:t>
            </a:r>
            <a:r>
              <a:rPr lang="en-US" dirty="0"/>
              <a:t>, etc.</a:t>
            </a:r>
          </a:p>
          <a:p>
            <a:r>
              <a:rPr lang="en-US" dirty="0"/>
              <a:t>Data Size: 6000+ rows after cleaning</a:t>
            </a:r>
          </a:p>
          <a:p>
            <a:pPr marL="0" indent="0">
              <a:buNone/>
            </a:pPr>
            <a:r>
              <a:rPr lang="en-US" u="sng" dirty="0"/>
              <a:t>Cleaning Steps</a:t>
            </a:r>
          </a:p>
          <a:p>
            <a:r>
              <a:rPr lang="en-US" dirty="0"/>
              <a:t>Filled missing </a:t>
            </a:r>
            <a:r>
              <a:rPr lang="en-US" i="1" dirty="0"/>
              <a:t>admission</a:t>
            </a:r>
            <a:r>
              <a:rPr lang="en-US" dirty="0"/>
              <a:t> values with “Deny” and removed “Waitlist” columns</a:t>
            </a:r>
          </a:p>
          <a:p>
            <a:r>
              <a:rPr lang="en-US" dirty="0"/>
              <a:t>Encoded Categorical Variables:</a:t>
            </a:r>
          </a:p>
          <a:p>
            <a:pPr lvl="1"/>
            <a:r>
              <a:rPr lang="en-US" i="1" dirty="0"/>
              <a:t>gender</a:t>
            </a:r>
            <a:r>
              <a:rPr lang="en-US" dirty="0"/>
              <a:t>: Male-1, Female-0</a:t>
            </a:r>
          </a:p>
          <a:p>
            <a:pPr lvl="1"/>
            <a:r>
              <a:rPr lang="en-US" i="1" dirty="0"/>
              <a:t>admission: </a:t>
            </a:r>
            <a:r>
              <a:rPr lang="en-US" dirty="0"/>
              <a:t>Admit-1, Deny-0</a:t>
            </a:r>
          </a:p>
        </p:txBody>
      </p:sp>
    </p:spTree>
    <p:extLst>
      <p:ext uri="{BB962C8B-B14F-4D97-AF65-F5344CB8AC3E}">
        <p14:creationId xmlns:p14="http://schemas.microsoft.com/office/powerpoint/2010/main" val="219472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BD20-3494-1998-4129-14DC3E70F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4E3E1-536B-99D8-4513-EDAB317FC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Model Chosen: Logistic Regression(Simple, interpretable and effective for binary classification)</a:t>
            </a:r>
          </a:p>
          <a:p>
            <a:pPr marL="0" indent="0">
              <a:buNone/>
            </a:pPr>
            <a:r>
              <a:rPr lang="en-US" u="sng" dirty="0"/>
              <a:t>Preprocessing Pipeline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Feature Encoding(One-hot encoding for categorical variables)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Feature Scaling using </a:t>
            </a:r>
            <a:r>
              <a:rPr lang="en-US" dirty="0" err="1"/>
              <a:t>StandardScaler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Train-Test Split (80/20) with stratification on target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Model Training on scaled features</a:t>
            </a:r>
          </a:p>
          <a:p>
            <a:pPr marL="0" indent="0">
              <a:buNone/>
            </a:pPr>
            <a:r>
              <a:rPr lang="en-US" u="sng" dirty="0"/>
              <a:t>Tools and Libraries: </a:t>
            </a:r>
            <a:endParaRPr lang="en-US" dirty="0"/>
          </a:p>
          <a:p>
            <a:r>
              <a:rPr lang="en-US" dirty="0"/>
              <a:t>Pandas, </a:t>
            </a:r>
            <a:r>
              <a:rPr lang="en-US" dirty="0" err="1"/>
              <a:t>numpy</a:t>
            </a:r>
            <a:r>
              <a:rPr lang="en-US" dirty="0"/>
              <a:t>, scikit-learn</a:t>
            </a:r>
          </a:p>
          <a:p>
            <a:r>
              <a:rPr lang="en-US" dirty="0"/>
              <a:t>Seaborn, matplotlib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543244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2AF66-AD54-6E1B-C910-0A2539BF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Results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42753-D481-0141-CCBE-0EC4BB1C0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Performance Metrics( Based on Test Set)</a:t>
            </a:r>
          </a:p>
          <a:p>
            <a:r>
              <a:rPr lang="en-US" dirty="0"/>
              <a:t>Accuracy: 84.82%</a:t>
            </a:r>
          </a:p>
          <a:p>
            <a:r>
              <a:rPr lang="en-US" dirty="0"/>
              <a:t>Precision: 46.48%</a:t>
            </a:r>
          </a:p>
          <a:p>
            <a:r>
              <a:rPr lang="en-US" dirty="0"/>
              <a:t>Recall: 18.33%</a:t>
            </a:r>
          </a:p>
          <a:p>
            <a:pPr marL="0" indent="0">
              <a:buNone/>
            </a:pPr>
            <a:r>
              <a:rPr lang="en-US" dirty="0"/>
              <a:t>Interpretation:</a:t>
            </a:r>
          </a:p>
          <a:p>
            <a:r>
              <a:rPr lang="en-US" dirty="0"/>
              <a:t>The model is good at overall classification but shows lower recall </a:t>
            </a:r>
          </a:p>
          <a:p>
            <a:r>
              <a:rPr lang="en-US" dirty="0"/>
              <a:t>Suitable as a Screening tool rather than final decision maker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CE6E-F2F0-2D9E-6FB7-CE81FFCA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Visualizations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A4269-D0A6-49C8-62FB-67C449194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Major Insights:</a:t>
            </a:r>
          </a:p>
          <a:p>
            <a:r>
              <a:rPr lang="en-US" dirty="0"/>
              <a:t>Higher GPA and GMAT scores are the strongest positive predictors of admission</a:t>
            </a:r>
          </a:p>
          <a:p>
            <a:r>
              <a:rPr lang="en-US" dirty="0"/>
              <a:t>Applicants with work experience in Consulting and Finance show higher admission rates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141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98DEDE-8BBD-912D-22F9-3E6EABF82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3321" y="2075421"/>
            <a:ext cx="7973538" cy="3715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F8223C-4CBA-88F9-8871-8D66AF6E12DD}"/>
              </a:ext>
            </a:extLst>
          </p:cNvPr>
          <p:cNvSpPr txBox="1"/>
          <p:nvPr/>
        </p:nvSpPr>
        <p:spPr>
          <a:xfrm>
            <a:off x="2320119" y="955342"/>
            <a:ext cx="5145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Distribution of GPA and GMAT Scores</a:t>
            </a:r>
          </a:p>
        </p:txBody>
      </p:sp>
    </p:spTree>
    <p:extLst>
      <p:ext uri="{BB962C8B-B14F-4D97-AF65-F5344CB8AC3E}">
        <p14:creationId xmlns:p14="http://schemas.microsoft.com/office/powerpoint/2010/main" val="2342940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4D005-9886-C5E8-B4B9-A1E86947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Matrix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4C46B3-F9CE-DCBB-8EB4-DF5D84588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4019" y="2249187"/>
            <a:ext cx="5480750" cy="460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09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MBA Admission Predictor Using Logistic Regression to Predict Admit vs. Deny Outcomes </vt:lpstr>
      <vt:lpstr>Problem Statement </vt:lpstr>
      <vt:lpstr>Dataset Overview and Cleaning Summary</vt:lpstr>
      <vt:lpstr>Methodology </vt:lpstr>
      <vt:lpstr>Model Results </vt:lpstr>
      <vt:lpstr>Key Visualizations and Insights</vt:lpstr>
      <vt:lpstr>PowerPoint Presentation</vt:lpstr>
      <vt:lpstr>Correlation Matrix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Odeleye</dc:creator>
  <cp:lastModifiedBy>Stephen Odeleye</cp:lastModifiedBy>
  <cp:revision>1</cp:revision>
  <dcterms:created xsi:type="dcterms:W3CDTF">2026-03-31T11:44:17Z</dcterms:created>
  <dcterms:modified xsi:type="dcterms:W3CDTF">2026-03-31T11:44:47Z</dcterms:modified>
</cp:coreProperties>
</file>